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5: Neuro Assessment and Trauma.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today's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5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resources and required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5 — Week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CNS and PNS disorders.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Cerebrovascular disease overview — time is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Stroke — ischemic vs. hemorrhagic.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Stroke risk factors — modifiable vs non-modifiable.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sclerosis — autoimmune CNS demyelination.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Meningitis — inflammation of the meninges.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Spinal cord injury — primary and secondary.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Neurogenic shock — distributive shock from SCI.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stroke.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continued — TBI, GCS, herniated disk, burns.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Traumatic brain injury — primary, secondary, ICP.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Glasgow Coma Scale — components and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Herniated disk and lumbar radiculopathy.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Burn care — Rule of Nines and Parkland.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Burn injury pathophysiology.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TBI and ICP.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neurogenic shock.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multiple sclerosis (SATA).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neuromuscular junction.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NMJ anatomy and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NMJ signal transmission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Myasthenia gravis — fatigable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NMJ toxins — botulism and organophosphates.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myasthenia gravis.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botulism and NMJ.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objective — pediatric neurologic disorders.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Hydrocephalus.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Spina bifida and neural tube defects.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Pediatric meningitis.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Seizures and epilepsy.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Cerebral palsy.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hydrocephalus.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3957191"/>
            <a:ext cx="6710553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118348"/>
            <a:ext cx="6710553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 Assessment and Trauma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solidFill>
            <a:srgbClr val="1A3260">
              <a:alpha val="5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375856" y="9648825"/>
            <a:ext cx="160734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509206" y="9725025"/>
            <a:ext cx="1416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week 5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 &amp; PNS disorders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 &amp; neurological assessment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Neuromuscular junction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neurologic disorders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FIVE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disorders of the central and peripheral nervous system.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the neuromuscular junction and its importance in pathophysiology.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potential alterations of neurologic function in children.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38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55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17 — Disorders of the Central and Peripheral Nervous Systems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18 — Neuromuscular and Pediatric Neurologic Disorders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986933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5587008"/>
            <a:ext cx="7374255" cy="1211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— National Institute of Neurological Disorders and Stroke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AHA/ASA Stroke Guidelines — FAST recognition and acute management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1211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Glasgow Coma Scale (GCS) reference card — review before webinar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Nines and Parkland Formula — burn care assignment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38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917603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FIVE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393853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Five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540573"/>
            <a:ext cx="68675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Neurologic disorders, trauma, the neuromuscular junction, and pediatric pathophysiology.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386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"Central, Autonomic, and Peripheral Nervous Systems" —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due Saturday, June 7 by 11:59 PM (trauma priorities &amp; neuro emergencies).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due Saturday, June 7 by 11:59 PM (apply pathophysiology to a clinical scenario).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Care in Nursing Assignment — review Rule of Nines and Parkland Formula before completing.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CNS &amp; PNS DISORDERS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disorders of the central and peripheral nervous system — cerebrovascular disease, stroke, MS, meningitis, SCI, and neurogenic shock.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38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Cerebrovascular disease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disorders affecting blood vessels supplying the brain — leading cause of neurologic disability.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Ischemic stroke (87%):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thrombotic or embolic occlusion of cerebral arteries.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Hemorrhagic stroke (13%):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rupture with bleeding into brain tissue.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Ischemic cascade: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CBF → O₂/glucose deprivation → ion pump failure → excitotoxicity → neuron death.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"Time is brain"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~1.9 million neurons die every minute without treatment.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— ischemic vs. hemorrhagic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46747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Ischemic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thrombosis or embolism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perfusion → ischemic core + penumbra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tPA within 4.5 hr; thrombectomy; antiplatelets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646747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Hemorrhagic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hypertensive rupture, aneurysm, AVM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366132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compresses tissue → ↑ ICP, vasospasm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448791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 control, surgery —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tPA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06755" y="893445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Face drooping · Arm weakness · Speech difficulty · Time to call 911.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38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risk factors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24876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Modifiable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(most significant), tobacco use, ↑ LDL, type 2 diabetes, atrial fibrillation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Non-modifiable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418433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561308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sex, family history, prior stroke/TIA, race/ethnicity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Protective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041279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184154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HDL — removes excess cholesterol, reduces plaque</a:t>
            </a:r>
            <a:endParaRPr lang="en-US" sz="1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38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DEMYELINATING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sclerosis (MS)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demyelination of CNS axons; plaques (sclerosis) at multiple sites; lesions vary over time.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Manifestations: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weakness, blurred/double vision (optic nerve), paresthesia, fatigue (most common and disabling).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tremor is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— that's Parkinson's disease.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relapsing-remitting (most common) → progressive forms.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Meningitis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inflammation of the meninges (dura, arachnoid, pia) surrounding brain &amp; spinal cord.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bacterial (most severe — N. meningitidis, S. pneumoniae); viral (enteroviruses most common, HSV).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pathogens cross BBB → meningeal inflammation → ↑ ICP + altered CSF.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triad: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 + severe headache + neck stiffness (meningismus); plus photophobia, ↓ alertness, ↑ CSF WBCs.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priority: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antibiotic administration; droplet precautions for bacterial type.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38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cord injury — secondary cascade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injury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Compression, laceration, contusion or shear damages cord tissue.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blood flow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Ischemia decreases O₂ delivery to neurons.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Edema and free radicals cause additional neuron damage.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function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&amp; sensory loss below level of injury.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06755" y="4794796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cervical → respiratory compromise · thoracic → paraplegia · lumbar → bowel/bladder.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5099596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5109121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5109121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Neurogenic shock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Distributive shock from cervical/upper thoracic SCI — loss of sympathetic tone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 type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266491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23067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224266" y="2586038"/>
            <a:ext cx="264556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43341" y="2747963"/>
            <a:ext cx="22867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869835" y="2586038"/>
            <a:ext cx="746090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88910" y="2747963"/>
            <a:ext cx="72465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Distinguishing feature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Neurogenic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559350" y="3195638"/>
            <a:ext cx="266491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8425" y="3338513"/>
            <a:ext cx="230671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Bradycardia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224266" y="3195638"/>
            <a:ext cx="264556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341" y="3338513"/>
            <a:ext cx="22867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dry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869835" y="3195638"/>
            <a:ext cx="746090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88910" y="3338513"/>
            <a:ext cx="72465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Paralysis below injury; loss of vasomotor tone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Hypovolemic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4559350" y="3818483"/>
            <a:ext cx="266491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8425" y="3961358"/>
            <a:ext cx="230671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Tachycardia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7224266" y="3818483"/>
            <a:ext cx="264556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43341" y="3961358"/>
            <a:ext cx="22867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Cool, pale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869835" y="3818483"/>
            <a:ext cx="746090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88910" y="3961358"/>
            <a:ext cx="72465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volume; bleeding/dehydration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Septic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4441329"/>
            <a:ext cx="266491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4584204"/>
            <a:ext cx="230671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Tachycardia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7224266" y="4441329"/>
            <a:ext cx="264556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3341" y="4584204"/>
            <a:ext cx="22867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initially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869835" y="4441329"/>
            <a:ext cx="746090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88910" y="4584204"/>
            <a:ext cx="72465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Fever; infection source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57263" y="506417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6338" y="520705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Cardiogenic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4559350" y="5064175"/>
            <a:ext cx="266491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8425" y="5207050"/>
            <a:ext cx="230671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Tachycardia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7224266" y="5064175"/>
            <a:ext cx="264556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3341" y="5207050"/>
            <a:ext cx="228678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Cool, clammy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9869835" y="5064175"/>
            <a:ext cx="746090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88910" y="5207050"/>
            <a:ext cx="72465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cardiac output; pulmonary edema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706755" y="5920383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fluids, vasopressors (norepinephrine), atropine for bradycardia; spinal immobilization.</a:t>
            </a:r>
            <a:endParaRPr lang="en-US" sz="18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suddenly develops right arm weakness and difficulty speaking. Which mechanism explains these findings?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cerebral blood flow leading to neuronal hypoxia and cell injury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cerebrospinal fluid pressure compressing brain tissue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destruction of acetylcholine receptors at the neuromuscular junction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Degeneration of peripheral sensory nerves leading to impaired signal transmission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TRAUMA &amp; ASSESSMENT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— TBI, Glasgow Coma Scale, herniated disk, Rule of Nines and Parkland Formula.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Traumatic brain injury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mechanical damage at impact — contusion, laceration, diffuse axonal injury.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days later — cerebral edema → ↑ ICP → ↓ CPP → ischemia; excitotoxicity, free radicals.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ICP 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 = MAP − ICP; rising ICP reduces perfusion → ischemic neuron death.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red flag: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restlessness and confusion = early signs of rising ICP.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 &gt; 60 mmHg; osmotic therapy; HOB 30°; avoid hypoxia and hypotension.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38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Glasgow Coma Scale (GCS)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3–15 — sum of three components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24876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1277138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12716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opening (E)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559350" y="3195638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8425" y="3338513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Spontaneous = 4 · To voice = 3 · To pain = 2 · None = 1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response (V)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559350" y="3818483"/>
            <a:ext cx="1277138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8425" y="3961358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Oriented = 5 · Confused = 4 · Words = 3 · Sounds = 2 · None = 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response (M)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4441329"/>
            <a:ext cx="127713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4584204"/>
            <a:ext cx="127163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Obeys = 6 · Localizes = 5 · Withdraws = 4 · Flexion = 3 · Extension = 2 · None = 1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06755" y="5297537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13–15 mild · 9–12 moderate · ≤ 8 severe (intubation threshold). Falling score = worsening ICP.</a:t>
            </a:r>
            <a:endParaRPr lang="en-US" sz="18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38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Herniated disk &amp; lumbar radiculopathy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 pulposus herniates through annulus fibrosus → compresses spinal nerve root.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nerve-root compression → radicular pain along dermatome; commonly L4-L5 or L5-S1 (sciatica).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back pain worsening with movement; numbness/weakness in dermatomal pattern; triggered by lifting/twisting.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18514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Distinguishing point: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nerve root affected —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cortex, basal ganglia, or NMJ.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848029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(NSAIDs, PT) first; surgical discectomy if refractory.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care — Rule of Nines &amp; Parkland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Nines (TBSA)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2304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&amp; neck = 9%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arm = 9%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 trunk = 18% · Posterior trunk = 18%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leg = 18% · Perineum = 1%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2nd / 3rd degree burns to determine resuscitation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formula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mL × kg × % TBSA = total fluid in 24 hr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965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½ in first 8 hr (from time of burn); ½ over next 16 hr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965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Fluid: lactated Ringer's (LR)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462126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Titrate to urine output 0.5–1 mL/kg/hr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injury — pathophysiology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24876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435471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40472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involved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69053" y="2185988"/>
            <a:ext cx="776168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8128" y="2347913"/>
            <a:ext cx="75563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Superficial (1°)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214342" y="2795588"/>
            <a:ext cx="435471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3417" y="2938463"/>
            <a:ext cx="40472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Epidermis only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69053" y="2795588"/>
            <a:ext cx="77616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8128" y="2938463"/>
            <a:ext cx="755638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Red, dry, painful; heals in 3–5 days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Partial-thickness (2°)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3418433"/>
            <a:ext cx="435471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3561308"/>
            <a:ext cx="40472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Epidermis + dermis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69053" y="3418433"/>
            <a:ext cx="77616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8128" y="3561308"/>
            <a:ext cx="755638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Blisters, moist, very painful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Full-thickness (3°)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214342" y="4041279"/>
            <a:ext cx="435471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3417" y="4184154"/>
            <a:ext cx="40472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skin layers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569053" y="4041279"/>
            <a:ext cx="77616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8128" y="4184154"/>
            <a:ext cx="755638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Leathery, painless (nerve destruction)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52500" y="4897487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Systemic: </a:t>
            </a:r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capillary leak → burn shock within 24–48 hr; hypermetabolic response; infection risk. </a:t>
            </a:r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Inhalation injury </a:t>
            </a:r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airway edema above glottis; CO + chemicals damage alveoli below. </a:t>
            </a:r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</a:t>
            </a:r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airway → fluids → infection → pain.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652713"/>
            <a:ext cx="168744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4214813"/>
            <a:ext cx="14716125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is found unconscious after a motor vehicle collision. GCS is 7. How does increased intracranial pressure from cerebral edema alter the patient's level of consciousness?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339012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a cervical spinal cord injury has low blood pressure, slow heart rate, warm skin, and paralysis below the injury. Which condition explains these findings?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Neurogenic shock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Hypovolemic shock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Cardiogenic shock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Septic shock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38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687690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66641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 · SELECT ALL THAT APPLY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01990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clinical manifestations are commonly associated with multiple sclerosis? Select all that apply.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weakness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Blurred vision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Paresthesia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tremor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45414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9675" y="47605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5" name="Text 23"/>
          <p:cNvSpPr/>
          <p:nvPr/>
        </p:nvSpPr>
        <p:spPr>
          <a:xfrm>
            <a:off x="1171575" y="47605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914525" y="47605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19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NEUROMUSCULAR JUNCTION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the neuromuscular junction and its importance in pathophysiology — anatomy, ACh transmission, myasthenia gravis, and NMJ toxins.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38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&amp; FUNCTION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neuromuscular junction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between motor neuron terminal and motor end plate of a muscle fiber; separated by the synaptic cleft.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Presynaptic terminal: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synthesizes and stores acetylcholine (ACh) in vesicles.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Postsynaptic end plate: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nicotinic ACh receptors; depolarization triggers contraction.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acetylcholinesterase rapidly degrades ACh in the cleft → muscle relaxes.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Pathology here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fatigable muscle weakness;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tremor or cortical deficits.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38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NMJ transmission — five steps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248409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arrives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06499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Voltage-gated Ca²⁺ channels open → Ca²⁺ influx.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665190" y="2181225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427190" y="2181225"/>
            <a:ext cx="2484239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427190" y="2181225"/>
            <a:ext cx="2484239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4674840" y="2466975"/>
            <a:ext cx="20651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74840" y="2790825"/>
            <a:ext cx="20651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 released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674840" y="3209925"/>
            <a:ext cx="206513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Vesicles fuse, ACh enters synaptic cleft.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40029" y="2181225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7902029" y="2181225"/>
            <a:ext cx="248409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2029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8149679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149679" y="2790825"/>
            <a:ext cx="20649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 binding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149679" y="3552825"/>
            <a:ext cx="206499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 binds nicotinic receptors → end-plate potential.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614720" y="2181225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1376720" y="2181225"/>
            <a:ext cx="248409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7672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162437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62437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Contraction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624370" y="3209925"/>
            <a:ext cx="206499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AP → SR Ca²⁺ release → actin-myosin crossbridging.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089410" y="2181225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14851410" y="2181225"/>
            <a:ext cx="248409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141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9" name="Text 27"/>
          <p:cNvSpPr/>
          <p:nvPr/>
        </p:nvSpPr>
        <p:spPr>
          <a:xfrm>
            <a:off x="1509906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509906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5099060" y="3209925"/>
            <a:ext cx="206499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Acetylcholinesterase degrades ACh → muscle relaxes.</a:t>
            </a:r>
            <a:endParaRPr lang="en-US" sz="16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794796"/>
            <a:ext cx="209550" cy="2667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76350" y="4804321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16635859" y="4804321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NMJ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Myasthenia gravis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autoantibodies destroy or block nicotinic ACh receptors at the motor end plate → reduced depolarization → impaired contraction.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Hallmark: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fatigable weakness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worsens with repeated activity, improves with rest.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features: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ptosis (early), diplopia, dysphagia, proximal limb weakness; respiratory weakness in myasthenic crisis.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anti-AChR antibodies; decremental response on repetitive nerve stimulation.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acetylcholinesterase inhibitors (pyridostigmine); immunosuppression; thymectomy.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38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NMJ toxins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Botulinum toxin (C. botulinum)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ACh release from presynaptic terminal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transmission → flaccid paralysis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14129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descending — blurred vision, dysphagia, respiratory failure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4967883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improperly canned foods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488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Organophosphate poisoning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096500" y="3181350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inhibits acetylcholinesterase → excess ACh in cleft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400794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receptor activation → prolonged contraction, then paralysis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4834533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pesticides, nerve agents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06755" y="8934450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Botulism = blocked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Organophosphate = blocked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develops muscle weakness that worsens with activity and improves with rest. Diagnostic testing indicates an autoimmune process affecting the neuromuscular junction. Which disorder explains these findings?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Myasthenia gravis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Parkinson's disease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sclerosis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Herniated disk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38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652713"/>
            <a:ext cx="168744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4214813"/>
            <a:ext cx="14716125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exposure to a toxin that prevents ACh release at the neuromuscular junction, a patient develops progressive descending weakness. Which structure is primarily affected, and how does this differ from myasthenia gravis?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339012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38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PEDIATRIC NEUROLOGIC DISORDERS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potential alterations of neurologic function in children — hydrocephalus, spina bifida, pediatric meningitis, seizures, and cerebral palsy.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Hydrocephalus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 CSF accumulation within ventricles → ventricular enlargement and ↑ ICP.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 builds up → ICP rises → brain compression → neurologic symptoms.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Infant signs: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bulging anterior fontanelle, rapidly increasing head circumference, "sunset sign," poor feeding, irritability.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permanent damage: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ICP compresses tissue; CSF flow obstruction stretches neural tissue.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ventriculoperitoneal (VP) shunt; endoscopic third ventriculostomy.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 bifida &amp; neural tube defects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tube closes during weeks 3–4 of gestation; failure causes spina bifida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24876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45845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42838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541764" y="2586038"/>
            <a:ext cx="635198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839" y="2747963"/>
            <a:ext cx="61043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893748" y="2586038"/>
            <a:ext cx="543698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12823" y="2747963"/>
            <a:ext cx="51619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impact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 bifida occulta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541764" y="3195638"/>
            <a:ext cx="63519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839" y="3338513"/>
            <a:ext cx="61043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bony defect; no neural tissue exposed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893748" y="3195638"/>
            <a:ext cx="54369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12823" y="3338513"/>
            <a:ext cx="516194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asymptomatic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Meningocele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541764" y="3818483"/>
            <a:ext cx="63519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839" y="3961358"/>
            <a:ext cx="61043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Meninges protrude through vertebral defect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893748" y="3818483"/>
            <a:ext cx="543698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12823" y="3961358"/>
            <a:ext cx="516194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no neural deficits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Myelomeningocele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541764" y="4441329"/>
            <a:ext cx="63519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839" y="4584204"/>
            <a:ext cx="610439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cord + meninges protrude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893748" y="4441329"/>
            <a:ext cx="54369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12823" y="4584204"/>
            <a:ext cx="516194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severe — paralysis, incontinence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06755" y="5297537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folate deficiency. </a:t>
            </a:r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400–800 mcg folic acid/day before conception &amp; through first trimester — preconception counseling is key.</a:t>
            </a:r>
            <a:endParaRPr lang="en-US" sz="18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38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meningitis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meningeal inflammation ↑ ICP and irritates surrounding neural structures; CSF — ↑ WBC, ↑ protein, ↓ glucose (bacterial).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in children: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neck stiffness (meningismus), photophobia, fever with irritability, vomiting/poor feeding.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petechial/purpuric rash → meningococcemia — medical emergency.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typical: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onset of fatigue — meningitis presents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acutely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action: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(droplet for bacterial); antibiotics without delay; quiet, dim environment.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· ADULT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Seizures &amp; epilepsy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excessive, abnormal firing of cortical neurons → uncontrolled electrical discharge.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(one region) · generalized (both hemispheres — tonic-clonic, absence) · febrile (children 6 mo–5 yr with rapid fever spike).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excitation or reduced inhibition → runaway activity (not increased inhibition).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18514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seizure: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airway, time it, pad environment, do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restrain.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848029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Post-ictal: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LOC, ensure safety, document carefully.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Cerebral palsy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of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nonprogressive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disorders from brain injury or malformation during fetal development, birth, or early childhood.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underlying brain injury does not worsen — function may improve with therapy but is permanently altered.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 muscle tone (spastic, athetoid, ataxic), delayed motor development, gait abnormalities; may have seizures, cognitive or sensory comorbidities.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18514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features: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loss of skills (suggests degenerative disease); complete recovery with PT.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38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infant has rapid head growth, poor feeding, a bulging fontanelle, and downward eye deviation. Which process explains these findings?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Cerebrospinal fluid buildup enlarges the ventricles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motor neuron loss weakens body movement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Dopamine loss disrupts coordinated movement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 nerve demyelination slows conduction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5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38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2026-04-30T13:26:38Z</dcterms:created>
  <dcterms:modified xsi:type="dcterms:W3CDTF">2026-04-30T13:26:38Z</dcterms:modified>
</cp:coreProperties>
</file>